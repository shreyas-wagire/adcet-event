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520532" y="75324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 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Times New Roman 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 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4000" b="1" dirty="0">
                <a:solidFill>
                  <a:schemeClr val="dk2"/>
                </a:solidFill>
                <a:latin typeface="Times New Roman "/>
                <a:ea typeface="Garamond"/>
                <a:cs typeface="Garamond"/>
                <a:sym typeface="Garamond"/>
              </a:rPr>
            </a:br>
            <a:endParaRPr sz="4000" b="1" dirty="0">
              <a:solidFill>
                <a:schemeClr val="dk2"/>
              </a:solidFill>
              <a:latin typeface="Times New Roman 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1763765"/>
            <a:ext cx="592455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 "/>
                <a:sym typeface="Arial"/>
              </a:rPr>
              <a:t>Problem Statement Title -</a:t>
            </a:r>
            <a:endParaRPr dirty="0">
              <a:latin typeface="Times New Roman 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 "/>
                <a:sym typeface="Arial"/>
              </a:rPr>
              <a:t>Theme-</a:t>
            </a:r>
            <a:endParaRPr dirty="0">
              <a:latin typeface="Times New Roman 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 "/>
                <a:sym typeface="Arial"/>
              </a:rPr>
              <a:t>PS Category- Software/Hardware</a:t>
            </a:r>
            <a:endParaRPr dirty="0">
              <a:latin typeface="Times New Roman 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 "/>
                <a:sym typeface="Arial"/>
              </a:rPr>
              <a:t>Team Name-</a:t>
            </a:r>
            <a:endParaRPr sz="2400" b="1" dirty="0">
              <a:solidFill>
                <a:schemeClr val="dk1"/>
              </a:solidFill>
              <a:latin typeface="Times New Roman 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FC178-0063-4653-BB28-2A1ADB06B8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0" t="2105" r="18121"/>
          <a:stretch/>
        </p:blipFill>
        <p:spPr>
          <a:xfrm>
            <a:off x="3184191" y="0"/>
            <a:ext cx="5823618" cy="8910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AE6416-246F-4802-8C8C-DE9342B8D1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7" t="2105" r="85237"/>
          <a:stretch/>
        </p:blipFill>
        <p:spPr>
          <a:xfrm>
            <a:off x="0" y="-22642"/>
            <a:ext cx="1084990" cy="1050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010619-DE09-403C-910D-9C521362C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459" y="36305"/>
            <a:ext cx="2485137" cy="946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IDEA TITLE</a:t>
            </a:r>
            <a:endParaRPr>
              <a:latin typeface="Times New Roman 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82998" y="203444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 b="1" u="sng" dirty="0">
                <a:solidFill>
                  <a:schemeClr val="dk2"/>
                </a:solidFill>
                <a:latin typeface="Times New Roman "/>
                <a:sym typeface="Arial"/>
              </a:rPr>
              <a:t>Proposed Solution (Describe your Idea/Solution/Prototype)</a:t>
            </a:r>
            <a:endParaRPr sz="3200" u="sng" dirty="0">
              <a:solidFill>
                <a:schemeClr val="dk2"/>
              </a:solidFill>
              <a:latin typeface="Times New Roman 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Times New Roman 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Times New Roman 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 "/>
                <a:sym typeface="Arial"/>
              </a:rPr>
              <a:t>Detailed explanation of the proposed solution</a:t>
            </a:r>
            <a:endParaRPr dirty="0">
              <a:latin typeface="Times New Roman 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 "/>
                <a:sym typeface="Arial"/>
              </a:rPr>
              <a:t> How it addresses the problem</a:t>
            </a:r>
            <a:endParaRPr dirty="0">
              <a:latin typeface="Times New Roman 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 "/>
                <a:sym typeface="Arial"/>
              </a:rPr>
              <a:t>Innovation and uniqueness of the solution </a:t>
            </a:r>
            <a:endParaRPr dirty="0">
              <a:latin typeface="Times New Roman 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Times New Roman "/>
              </a:rPr>
              <a:t>2</a:t>
            </a:fld>
            <a:endParaRPr b="1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06888-25B1-4878-9402-206AD4CAC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559" y="91395"/>
            <a:ext cx="2543058" cy="968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TECHNICAL APPROACH</a:t>
            </a:r>
            <a:endParaRPr>
              <a:latin typeface="Times New Roman 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 "/>
                <a:sym typeface="Arial"/>
              </a:rPr>
              <a:t>Technologies to be used (e.g. programming languages, frameworks, hardware)</a:t>
            </a:r>
            <a:endParaRPr>
              <a:latin typeface="Times New Roman 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 "/>
                <a:sym typeface="Arial"/>
              </a:rPr>
              <a:t>Methodology and process for implementation (Flow Charts/Images/ working prototype)</a:t>
            </a:r>
            <a:endParaRPr>
              <a:latin typeface="Times New Roman "/>
            </a:endParaRP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Times New Roman "/>
              </a:rPr>
              <a:t>3</a:t>
            </a:fld>
            <a:endParaRPr b="1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117" name="Google Shape;117;p1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65A594-F1F5-48CC-A18F-649A726A3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400" y="91396"/>
            <a:ext cx="2617217" cy="996418"/>
          </a:xfrm>
          <a:prstGeom prst="rect">
            <a:avLst/>
          </a:prstGeom>
        </p:spPr>
      </p:pic>
      <p:sp>
        <p:nvSpPr>
          <p:cNvPr id="10" name="Google Shape;104;p14">
            <a:extLst>
              <a:ext uri="{FF2B5EF4-FFF2-40B4-BE49-F238E27FC236}">
                <a16:creationId xmlns:a16="http://schemas.microsoft.com/office/drawing/2014/main" id="{47E67F43-279F-46ED-866E-A578C6AB5CE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FEASIBILITY AND VIABILITY</a:t>
            </a:r>
            <a:endParaRPr>
              <a:latin typeface="Times New Roman 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Analysis of the feasibility of the idea</a:t>
            </a:r>
            <a:endParaRPr sz="2800" b="0" i="0" u="none" strike="noStrike" cap="none">
              <a:solidFill>
                <a:srgbClr val="000000"/>
              </a:solidFill>
              <a:latin typeface="Times New Roman 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Potential challenges and risks</a:t>
            </a:r>
            <a:endParaRPr>
              <a:latin typeface="Times New Roman 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 "/>
                <a:sym typeface="Arial"/>
              </a:rPr>
              <a:t>Strategies for overcoming these challenges</a:t>
            </a:r>
            <a:endParaRPr sz="2800" b="0" i="0" u="none" strike="noStrike" cap="none">
              <a:solidFill>
                <a:srgbClr val="000000"/>
              </a:solidFill>
              <a:latin typeface="Times New Roman 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129" name="Google Shape;129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FFAEA3-D678-49C6-9A0F-832588D04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91396"/>
            <a:ext cx="2426717" cy="923892"/>
          </a:xfrm>
          <a:prstGeom prst="rect">
            <a:avLst/>
          </a:prstGeom>
        </p:spPr>
      </p:pic>
      <p:sp>
        <p:nvSpPr>
          <p:cNvPr id="10" name="Google Shape;104;p14">
            <a:extLst>
              <a:ext uri="{FF2B5EF4-FFF2-40B4-BE49-F238E27FC236}">
                <a16:creationId xmlns:a16="http://schemas.microsoft.com/office/drawing/2014/main" id="{74902965-1478-4C7E-8E78-58136A2D22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2395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IN" sz="1800" dirty="0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IMPACT AND BENEFITS</a:t>
            </a:r>
            <a:endParaRPr>
              <a:latin typeface="Times New Roman 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 "/>
                <a:sym typeface="Arial"/>
              </a:rPr>
              <a:t>Potential impact on the target audience</a:t>
            </a:r>
            <a:endParaRPr>
              <a:latin typeface="Times New Roman 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Benefits of the solution (social, economic, environmental, etc.)</a:t>
            </a:r>
            <a:endParaRPr>
              <a:latin typeface="Times New Roman 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141" name="Google Shape;141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740B30-587A-4F2A-A3BB-1F4F74BC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160" y="91396"/>
            <a:ext cx="2505457" cy="953870"/>
          </a:xfrm>
          <a:prstGeom prst="rect">
            <a:avLst/>
          </a:prstGeom>
        </p:spPr>
      </p:pic>
      <p:sp>
        <p:nvSpPr>
          <p:cNvPr id="10" name="Google Shape;104;p14">
            <a:extLst>
              <a:ext uri="{FF2B5EF4-FFF2-40B4-BE49-F238E27FC236}">
                <a16:creationId xmlns:a16="http://schemas.microsoft.com/office/drawing/2014/main" id="{842CE5FF-16DE-4D6C-A598-14A09C74B8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RESEARCH  AND REFERENCES</a:t>
            </a:r>
            <a:endParaRPr>
              <a:latin typeface="Times New Roman 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Times New Roman "/>
              <a:sym typeface="Arial"/>
            </a:endParaRPr>
          </a:p>
        </p:txBody>
      </p:sp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153" name="Google Shape;153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B1DBA3-64A2-40C5-A6F7-B8336C06B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539" y="91396"/>
            <a:ext cx="2637078" cy="1003980"/>
          </a:xfrm>
          <a:prstGeom prst="rect">
            <a:avLst/>
          </a:prstGeom>
        </p:spPr>
      </p:pic>
      <p:sp>
        <p:nvSpPr>
          <p:cNvPr id="10" name="Google Shape;104;p14">
            <a:extLst>
              <a:ext uri="{FF2B5EF4-FFF2-40B4-BE49-F238E27FC236}">
                <a16:creationId xmlns:a16="http://schemas.microsoft.com/office/drawing/2014/main" id="{BD779910-C8BA-44FE-A1E5-9A329D5FA5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13630" y="1869440"/>
            <a:ext cx="11764739" cy="327152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57039" y="2468559"/>
            <a:ext cx="10596609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Kindly keep the maximum slides limit up to six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Times New Roman "/>
                <a:sym typeface="Arial"/>
              </a:rPr>
              <a:t>(6).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( Including the title slide) </a:t>
            </a:r>
            <a:endParaRPr sz="1800" b="1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Try to avoid paragraphs and post your idea in points /diagrams / Infographics /pictures </a:t>
            </a:r>
            <a:endParaRPr sz="1800" b="1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Keep your explanation precise and easy to understand</a:t>
            </a:r>
            <a:endParaRPr sz="1800" b="1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Idea should be unique and novel. </a:t>
            </a:r>
            <a:endParaRPr sz="1800" b="1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You can only use provided </a:t>
            </a:r>
            <a:r>
              <a:rPr lang="en-US" sz="1800" b="1" dirty="0">
                <a:solidFill>
                  <a:schemeClr val="dk1"/>
                </a:solidFill>
                <a:latin typeface="Times New Roman "/>
                <a:sym typeface="Arial"/>
              </a:rPr>
              <a:t>template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 for making the </a:t>
            </a:r>
            <a:r>
              <a:rPr lang="en-US" sz="1800" b="1" dirty="0">
                <a:solidFill>
                  <a:schemeClr val="dk1"/>
                </a:solidFill>
                <a:latin typeface="Times New Roman "/>
                <a:sym typeface="Arial"/>
              </a:rPr>
              <a:t>PPT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 "/>
                <a:sym typeface="Arial"/>
              </a:rPr>
              <a:t> without changing the idea details pointers (mentioned in previous slides).</a:t>
            </a:r>
            <a:endParaRPr sz="1800" b="1" i="0" u="none" strike="noStrike" cap="none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 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 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 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 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 "/>
                <a:sym typeface="Arial"/>
              </a:rPr>
              <a:t>Please ensure below pointers are met while making PPT:</a:t>
            </a:r>
            <a:endParaRPr sz="1800" b="1" dirty="0">
              <a:solidFill>
                <a:schemeClr val="dk1"/>
              </a:solidFill>
              <a:latin typeface="Times New Roman 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16015-CE17-4CFA-B287-4F511ED3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680" y="91396"/>
            <a:ext cx="2535937" cy="965474"/>
          </a:xfrm>
          <a:prstGeom prst="rect">
            <a:avLst/>
          </a:prstGeom>
        </p:spPr>
      </p:pic>
      <p:sp>
        <p:nvSpPr>
          <p:cNvPr id="11" name="Google Shape;104;p14">
            <a:extLst>
              <a:ext uri="{FF2B5EF4-FFF2-40B4-BE49-F238E27FC236}">
                <a16:creationId xmlns:a16="http://schemas.microsoft.com/office/drawing/2014/main" id="{DAAEA9A0-93B5-40DF-A0CF-E58C3EA65F4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260</Words>
  <Application>Microsoft Office PowerPoint</Application>
  <PresentationFormat>Widescreen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Noto Sans Symbols</vt:lpstr>
      <vt:lpstr>Calibri</vt:lpstr>
      <vt:lpstr>Times New Roman </vt:lpstr>
      <vt:lpstr>Oswald</vt:lpstr>
      <vt:lpstr>Office Theme</vt:lpstr>
      <vt:lpstr> 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Sakshi mohite</dc:creator>
  <cp:lastModifiedBy>Shreyas Wagire</cp:lastModifiedBy>
  <cp:revision>4</cp:revision>
  <dcterms:modified xsi:type="dcterms:W3CDTF">2026-02-04T14:15:13Z</dcterms:modified>
</cp:coreProperties>
</file>