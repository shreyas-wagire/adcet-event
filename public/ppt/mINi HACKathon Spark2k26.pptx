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1C5D-0437-4DD7-800D-0A17ABD69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689F8-D49D-4845-B6BD-0471A04C3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D44C9-EA25-48F0-AE4B-6141FB18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025A-10CE-46A4-AB77-865AD576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314E1-5F52-4E87-9498-D94C6E1B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7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EF45-BE18-4C47-842A-F3922A0C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E9FA-E39E-4AFB-A3C7-BB856A6B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632E-0D7E-47B2-8C1D-D3D44E61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EB6A-07FE-4CF6-ABAA-2365DB69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5CDD-E221-425B-9DB0-8B8B4B04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6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604B-B6EB-4A65-AF8A-C1C26F48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813F-8388-4E4E-A1F9-1305060AA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8B51E-0834-404D-8F21-78D9549E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A0C9A-FF79-4AB5-85D6-EFB0044E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37F5-C775-4C01-881B-AEC55BFA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0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8EAD-12AB-4B2C-847B-3238DD03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F6-A8D5-4D95-B5C8-0995415C6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BC2B3-0E6D-46F4-8950-AC27AA9A2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DC68-421D-4B48-B65F-E304D12F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83AB4-3388-46BE-B19D-463FCD25F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AD9B7-154C-4D97-942F-0FB2BF84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7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C33A-B63C-40FC-A35D-F44AB058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1830-B8A9-4DCA-A4E7-A8280A7F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21BAF-DBE5-4E62-B1CC-33EA22E1E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C3244-92BF-4B31-9765-788BF122C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F2A5C-93DB-4F15-955B-28AADAB63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20365-476B-43B7-AB56-A6E91B60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088FC-31BB-4E4C-8DA4-1A15A5D5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73828-49DB-426F-8920-0FD2696B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6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1CA8-0FE5-4C2D-909C-3FDCA748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61E9D-0DFC-4BD5-B4FE-E1A58594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1C003-7D1A-4932-90C2-621BCD77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D853A-8052-4697-94A9-3790785E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6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AEB43-603A-40C8-84D6-46B617E9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256B8-827D-42C6-9F9F-FFC67FB1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06F5-8BBE-458D-A939-44FAD13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8E34-9070-4580-AC6B-8AFC9ED5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8E8ED-40AF-4974-B4F3-BFA9C1143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EFC22-A4AD-42DA-BF98-5DBFFECE5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14D3-ACCD-4F53-BC14-F13F71F4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D7245-1ED9-49B1-8233-1770288B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84BDE-D12D-490E-9369-5E2B9371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4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94DB-7740-45C2-908E-20E47295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ABBFB-DBC6-448B-B31B-377E9FA43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EC3B3-B3B2-437F-80F2-73772144A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5079-67D8-4195-8893-3F84120C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DDB92-FE70-4576-A839-0EC65B86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FF789-34B9-4EED-8477-1A8CBFC9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7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4556-B5A1-442C-9D82-3573AF43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77D0F-EB83-487B-ABDC-8421ED3F3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F82A0-8FBC-4E3E-9395-AABAA51B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61973-C643-44A7-A2AF-9E3D012B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90094-8B24-4359-8986-C56D0385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2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FCC21-FE1E-46A8-92DC-D19797BD6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8614B-B3F2-448E-B221-06B632482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0F705-67F3-4626-BADF-1144234F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BB8E2-E62F-4BA4-B198-C6525365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357A-3538-49A5-8498-658ACE04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5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EEBCE-2DB0-433C-96B9-01AB8FE3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CFC65-52A0-4D48-AD0F-D3545BEF6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81292-1D13-4F2C-8F00-8435A6E0F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12673-3065-441B-93AE-0A08F37A8E8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A8F6-0407-4804-95FA-7DA5989E3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F272-1809-4CBF-8F54-6E5AEDCA6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112D5-976C-41D2-9E66-79DA1E546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8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852C9FCD-31F5-404A-B459-079525939397}"/>
              </a:ext>
            </a:extLst>
          </p:cNvPr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91;p13">
            <a:extLst>
              <a:ext uri="{FF2B5EF4-FFF2-40B4-BE49-F238E27FC236}">
                <a16:creationId xmlns:a16="http://schemas.microsoft.com/office/drawing/2014/main" id="{44775D8A-3FD0-4E1E-9794-B055826987E8}"/>
              </a:ext>
            </a:extLst>
          </p:cNvPr>
          <p:cNvSpPr txBox="1">
            <a:spLocks/>
          </p:cNvSpPr>
          <p:nvPr/>
        </p:nvSpPr>
        <p:spPr>
          <a:xfrm>
            <a:off x="1520532" y="75324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888888"/>
              </a:buClr>
              <a:buSzPts val="3200"/>
              <a:buFont typeface="Arial" panose="020B0604020202020204" pitchFamily="34" charset="0"/>
              <a:buNone/>
            </a:pPr>
            <a:endParaRPr lang="en-US" b="1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 algn="ctr">
              <a:spcBef>
                <a:spcPts val="640"/>
              </a:spcBef>
              <a:buClr>
                <a:schemeClr val="dk1"/>
              </a:buClr>
              <a:buSzPts val="3200"/>
              <a:buFont typeface="Arial" panose="020B0604020202020204" pitchFamily="34" charset="0"/>
              <a:buNone/>
            </a:pPr>
            <a:r>
              <a:rPr lang="en-US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TITLE PAGE</a:t>
            </a:r>
            <a:endParaRPr lang="en-US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Google Shape;92;p13">
            <a:extLst>
              <a:ext uri="{FF2B5EF4-FFF2-40B4-BE49-F238E27FC236}">
                <a16:creationId xmlns:a16="http://schemas.microsoft.com/office/drawing/2014/main" id="{E4F2DFE9-4204-40B9-8B4C-305433EF5520}"/>
              </a:ext>
            </a:extLst>
          </p:cNvPr>
          <p:cNvSpPr txBox="1">
            <a:spLocks/>
          </p:cNvSpPr>
          <p:nvPr/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br>
              <a:rPr lang="en-IN" sz="4000" b="1">
                <a:solidFill>
                  <a:schemeClr val="dk2"/>
                </a:solidFill>
                <a:latin typeface="Times New Roman" panose="02020603050405020304" pitchFamily="18" charset="0"/>
                <a:ea typeface="Garamond"/>
                <a:cs typeface="Times New Roman" panose="02020603050405020304" pitchFamily="18" charset="0"/>
                <a:sym typeface="Garamond"/>
              </a:rPr>
            </a:br>
            <a:endParaRPr lang="en-IN" sz="4000" b="1" dirty="0">
              <a:solidFill>
                <a:schemeClr val="dk2"/>
              </a:solidFill>
              <a:latin typeface="Times New Roman" panose="02020603050405020304" pitchFamily="18" charset="0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D0189650-4394-4553-AD07-18A892728694}"/>
              </a:ext>
            </a:extLst>
          </p:cNvPr>
          <p:cNvSpPr txBox="1"/>
          <p:nvPr/>
        </p:nvSpPr>
        <p:spPr>
          <a:xfrm>
            <a:off x="331286" y="1763765"/>
            <a:ext cx="592455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Title -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Theme-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Software/Hardware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Name-</a:t>
            </a: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DEAA6-7B13-42B7-B8DE-B25FE9E132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0" t="2105" r="18121"/>
          <a:stretch/>
        </p:blipFill>
        <p:spPr>
          <a:xfrm>
            <a:off x="3184191" y="0"/>
            <a:ext cx="5823618" cy="89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E8E9A-7DB8-48C9-8F5D-E2A4C0EAE7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7" t="2105" r="85237"/>
          <a:stretch/>
        </p:blipFill>
        <p:spPr>
          <a:xfrm>
            <a:off x="0" y="-22642"/>
            <a:ext cx="1084990" cy="1050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986C2-41EB-4902-AB4A-F2BB54857C51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70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14">
            <a:extLst>
              <a:ext uri="{FF2B5EF4-FFF2-40B4-BE49-F238E27FC236}">
                <a16:creationId xmlns:a16="http://schemas.microsoft.com/office/drawing/2014/main" id="{1B8A45E1-8439-4432-97EB-9B60D09AFAD9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01;p14">
            <a:extLst>
              <a:ext uri="{FF2B5EF4-FFF2-40B4-BE49-F238E27FC236}">
                <a16:creationId xmlns:a16="http://schemas.microsoft.com/office/drawing/2014/main" id="{D6927D6B-E4F6-41D9-8888-F09C2F297EFB}"/>
              </a:ext>
            </a:extLst>
          </p:cNvPr>
          <p:cNvSpPr txBox="1">
            <a:spLocks/>
          </p:cNvSpPr>
          <p:nvPr/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br>
              <a:rPr lang="en-US"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IDEA TITLE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BA55383F-C607-4D2B-B53D-E513B945FB82}"/>
              </a:ext>
            </a:extLst>
          </p:cNvPr>
          <p:cNvSpPr txBox="1"/>
          <p:nvPr/>
        </p:nvSpPr>
        <p:spPr>
          <a:xfrm>
            <a:off x="182998" y="203444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Solution (Describe your Idea/Solution/Prototype)</a:t>
            </a:r>
            <a:endParaRPr sz="3200" u="sng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Detailed explanation of the proposed solution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How it addresses the problem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Innovation and uniqueness of the solution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0D025CD5-0CD7-4709-A922-735B2FE302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b="1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04;p14">
            <a:extLst>
              <a:ext uri="{FF2B5EF4-FFF2-40B4-BE49-F238E27FC236}">
                <a16:creationId xmlns:a16="http://schemas.microsoft.com/office/drawing/2014/main" id="{642C1B1F-FD15-432C-BDD9-4F3E953A2A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05;p14" descr="Your startup LOGO">
            <a:extLst>
              <a:ext uri="{FF2B5EF4-FFF2-40B4-BE49-F238E27FC236}">
                <a16:creationId xmlns:a16="http://schemas.microsoft.com/office/drawing/2014/main" id="{CEA07158-43F7-4A85-B5F3-79B0BDFA4A92}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Your Team Name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46897-E7A5-4843-B89F-207239C354ED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29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92450F37-0CFC-4ED2-94D8-585D09CF5465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13;p15">
            <a:extLst>
              <a:ext uri="{FF2B5EF4-FFF2-40B4-BE49-F238E27FC236}">
                <a16:creationId xmlns:a16="http://schemas.microsoft.com/office/drawing/2014/main" id="{02F14152-E91D-4C73-BC23-3C325EB6EF19}"/>
              </a:ext>
            </a:extLst>
          </p:cNvPr>
          <p:cNvSpPr txBox="1">
            <a:spLocks/>
          </p:cNvSpPr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TECHNICAL APPROACH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14;p15">
            <a:extLst>
              <a:ext uri="{FF2B5EF4-FFF2-40B4-BE49-F238E27FC236}">
                <a16:creationId xmlns:a16="http://schemas.microsoft.com/office/drawing/2014/main" id="{72D0CDB0-F93B-4E65-9CE4-9A43B3BA6D7F}"/>
              </a:ext>
            </a:extLst>
          </p:cNvPr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Technologies to be used (e.g. programming languages, frameworks, hardware)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Methodology and process for implementation (Flow Charts/Images/ working prototype)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15;p15">
            <a:extLst>
              <a:ext uri="{FF2B5EF4-FFF2-40B4-BE49-F238E27FC236}">
                <a16:creationId xmlns:a16="http://schemas.microsoft.com/office/drawing/2014/main" id="{187B68C4-86C1-47D1-B175-355B1503D9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b="1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17;p15" descr="Your startup LOGO">
            <a:extLst>
              <a:ext uri="{FF2B5EF4-FFF2-40B4-BE49-F238E27FC236}">
                <a16:creationId xmlns:a16="http://schemas.microsoft.com/office/drawing/2014/main" id="{33E7C218-2EC1-4AB6-BFF1-0E3597926866}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55AB1523-87D7-4E57-AB4C-9E2426A3D3A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AA701-DD9F-4011-B3D1-538BFD3BB530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710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6">
            <a:extLst>
              <a:ext uri="{FF2B5EF4-FFF2-40B4-BE49-F238E27FC236}">
                <a16:creationId xmlns:a16="http://schemas.microsoft.com/office/drawing/2014/main" id="{3F9350C3-95A7-4C26-AC24-EFCB6816D4D4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25;p16">
            <a:extLst>
              <a:ext uri="{FF2B5EF4-FFF2-40B4-BE49-F238E27FC236}">
                <a16:creationId xmlns:a16="http://schemas.microsoft.com/office/drawing/2014/main" id="{BACDFAF1-C0A0-4888-95B1-BE93F737901C}"/>
              </a:ext>
            </a:extLst>
          </p:cNvPr>
          <p:cNvSpPr txBox="1">
            <a:spLocks/>
          </p:cNvSpPr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600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FEASIBILITY AND VIABILITY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6;p16">
            <a:extLst>
              <a:ext uri="{FF2B5EF4-FFF2-40B4-BE49-F238E27FC236}">
                <a16:creationId xmlns:a16="http://schemas.microsoft.com/office/drawing/2014/main" id="{2344FEF2-2FB7-40F2-9EC7-96936DE326DD}"/>
              </a:ext>
            </a:extLst>
          </p:cNvPr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Analysis of the feasibility of the idea</a:t>
            </a:r>
            <a:endParaRPr sz="28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Potential challenges and risks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Strategies for overcoming these challenges</a:t>
            </a:r>
            <a:endParaRPr sz="2800" b="0" i="0" u="none" strike="noStrike" cap="none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Google Shape;127;p16">
            <a:extLst>
              <a:ext uri="{FF2B5EF4-FFF2-40B4-BE49-F238E27FC236}">
                <a16:creationId xmlns:a16="http://schemas.microsoft.com/office/drawing/2014/main" id="{BAA916DE-C93D-4EF4-9489-2C19204ACB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6" name="Google Shape;129;p16" descr="Your startup LOGO">
            <a:extLst>
              <a:ext uri="{FF2B5EF4-FFF2-40B4-BE49-F238E27FC236}">
                <a16:creationId xmlns:a16="http://schemas.microsoft.com/office/drawing/2014/main" id="{EFA3A9D5-8EBC-4EC8-ADF3-78E0456DC4A9}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BDFC672B-1124-440A-A6E6-15FFA33F40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D33CB-6F72-4868-A0A6-05D8BC22F4D7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630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17">
            <a:extLst>
              <a:ext uri="{FF2B5EF4-FFF2-40B4-BE49-F238E27FC236}">
                <a16:creationId xmlns:a16="http://schemas.microsoft.com/office/drawing/2014/main" id="{6837FE54-01BF-409C-B3B1-44BCE1965BC6}"/>
              </a:ext>
            </a:extLst>
          </p:cNvPr>
          <p:cNvSpPr/>
          <p:nvPr/>
        </p:nvSpPr>
        <p:spPr>
          <a:xfrm>
            <a:off x="2395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IN" sz="1800" dirty="0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3" name="Google Shape;137;p17">
            <a:extLst>
              <a:ext uri="{FF2B5EF4-FFF2-40B4-BE49-F238E27FC236}">
                <a16:creationId xmlns:a16="http://schemas.microsoft.com/office/drawing/2014/main" id="{39CA9937-7797-4374-B6B6-BE5F78DB29F5}"/>
              </a:ext>
            </a:extLst>
          </p:cNvPr>
          <p:cNvSpPr txBox="1">
            <a:spLocks/>
          </p:cNvSpPr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IMPACT AND BENEFITS</a:t>
            </a:r>
            <a:endParaRPr lang="en-US">
              <a:latin typeface="Times New Roman "/>
            </a:endParaRPr>
          </a:p>
        </p:txBody>
      </p:sp>
      <p:sp>
        <p:nvSpPr>
          <p:cNvPr id="4" name="Google Shape;138;p17">
            <a:extLst>
              <a:ext uri="{FF2B5EF4-FFF2-40B4-BE49-F238E27FC236}">
                <a16:creationId xmlns:a16="http://schemas.microsoft.com/office/drawing/2014/main" id="{72AC27C0-B034-4787-8560-C2B4DC77A235}"/>
              </a:ext>
            </a:extLst>
          </p:cNvPr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 "/>
                <a:sym typeface="Arial"/>
              </a:rPr>
              <a:t>Potential impact on the target audience</a:t>
            </a:r>
            <a:endParaRPr>
              <a:latin typeface="Times New Roman 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Benefits of the solution (social, economic, environmental, etc.)</a:t>
            </a:r>
            <a:endParaRPr>
              <a:latin typeface="Times New Roman "/>
            </a:endParaRPr>
          </a:p>
        </p:txBody>
      </p:sp>
      <p:sp>
        <p:nvSpPr>
          <p:cNvPr id="5" name="Google Shape;139;p17">
            <a:extLst>
              <a:ext uri="{FF2B5EF4-FFF2-40B4-BE49-F238E27FC236}">
                <a16:creationId xmlns:a16="http://schemas.microsoft.com/office/drawing/2014/main" id="{7541B86A-FD55-4378-BA70-EE6D337F99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6" name="Google Shape;141;p17" descr="Your startup LOGO">
            <a:extLst>
              <a:ext uri="{FF2B5EF4-FFF2-40B4-BE49-F238E27FC236}">
                <a16:creationId xmlns:a16="http://schemas.microsoft.com/office/drawing/2014/main" id="{4A0F0990-6EB9-4DAF-90D2-266FBF5DF415}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9A96F290-F3AE-4309-B150-7058049101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EF53A-42B8-401C-B6F0-54EF4C2CE2E4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i</a:t>
            </a:r>
            <a:r>
              <a:rPr lang="en-US" sz="2400" b="1" dirty="0">
                <a:latin typeface="Fjalla One" pitchFamily="2" charset="0"/>
                <a:cs typeface="Fjalla One" pitchFamily="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729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;p18">
            <a:extLst>
              <a:ext uri="{FF2B5EF4-FFF2-40B4-BE49-F238E27FC236}">
                <a16:creationId xmlns:a16="http://schemas.microsoft.com/office/drawing/2014/main" id="{A269367F-A3C4-4F72-80E6-1EBE9C0E88A0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9;p18">
            <a:extLst>
              <a:ext uri="{FF2B5EF4-FFF2-40B4-BE49-F238E27FC236}">
                <a16:creationId xmlns:a16="http://schemas.microsoft.com/office/drawing/2014/main" id="{EC7DF398-AB65-4010-8F63-12934F6137E8}"/>
              </a:ext>
            </a:extLst>
          </p:cNvPr>
          <p:cNvSpPr txBox="1">
            <a:spLocks/>
          </p:cNvSpPr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600" b="1">
                <a:latin typeface="Times New Roman "/>
                <a:ea typeface="Times New Roman"/>
                <a:cs typeface="Times New Roman"/>
                <a:sym typeface="Times New Roman"/>
              </a:rPr>
              <a:t>RESEARCH  AND REFERENCES</a:t>
            </a:r>
            <a:endParaRPr lang="en-US">
              <a:latin typeface="Times New Roman "/>
            </a:endParaRPr>
          </a:p>
        </p:txBody>
      </p:sp>
      <p:sp>
        <p:nvSpPr>
          <p:cNvPr id="4" name="Google Shape;150;p18">
            <a:extLst>
              <a:ext uri="{FF2B5EF4-FFF2-40B4-BE49-F238E27FC236}">
                <a16:creationId xmlns:a16="http://schemas.microsoft.com/office/drawing/2014/main" id="{AAD57C3E-EFE0-4990-A118-A91F539CFFCB}"/>
              </a:ext>
            </a:extLst>
          </p:cNvPr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 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Times New Roman "/>
              <a:sym typeface="Arial"/>
            </a:endParaRPr>
          </a:p>
        </p:txBody>
      </p:sp>
      <p:sp>
        <p:nvSpPr>
          <p:cNvPr id="5" name="Google Shape;151;p18">
            <a:extLst>
              <a:ext uri="{FF2B5EF4-FFF2-40B4-BE49-F238E27FC236}">
                <a16:creationId xmlns:a16="http://schemas.microsoft.com/office/drawing/2014/main" id="{19D83D8C-9818-4AA7-8BB9-83B13DA6B2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 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Times New Roman "/>
              <a:sym typeface="Oswald"/>
            </a:endParaRPr>
          </a:p>
        </p:txBody>
      </p:sp>
      <p:sp>
        <p:nvSpPr>
          <p:cNvPr id="6" name="Google Shape;153;p18" descr="Your startup LOGO">
            <a:extLst>
              <a:ext uri="{FF2B5EF4-FFF2-40B4-BE49-F238E27FC236}">
                <a16:creationId xmlns:a16="http://schemas.microsoft.com/office/drawing/2014/main" id="{8F6A2E7D-F623-4F5A-B639-96B24BE7A841}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Times New Roman 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4;p14">
            <a:extLst>
              <a:ext uri="{FF2B5EF4-FFF2-40B4-BE49-F238E27FC236}">
                <a16:creationId xmlns:a16="http://schemas.microsoft.com/office/drawing/2014/main" id="{A56E125A-CDEF-4235-B43C-AB1A4111BD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 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 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1EAE2-CCC9-4439-82E7-7FE616E1B167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i</a:t>
            </a:r>
            <a:r>
              <a:rPr lang="en-US" sz="2400" b="1" dirty="0">
                <a:latin typeface="Fjalla One" pitchFamily="2" charset="0"/>
                <a:cs typeface="Fjalla One" pitchFamily="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jalla One" pitchFamily="2" charset="0"/>
                <a:cs typeface="Fjalla One" pitchFamily="2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Fjalla One" pitchFamily="2" charset="0"/>
                <a:cs typeface="Fjalla One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59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19">
            <a:extLst>
              <a:ext uri="{FF2B5EF4-FFF2-40B4-BE49-F238E27FC236}">
                <a16:creationId xmlns:a16="http://schemas.microsoft.com/office/drawing/2014/main" id="{CE9B816D-188D-4A57-9137-A237EC5C70E5}"/>
              </a:ext>
            </a:extLst>
          </p:cNvPr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953734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161;p19">
            <a:extLst>
              <a:ext uri="{FF2B5EF4-FFF2-40B4-BE49-F238E27FC236}">
                <a16:creationId xmlns:a16="http://schemas.microsoft.com/office/drawing/2014/main" id="{EF6D42F8-8305-4801-A7B7-5CECE60D45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4" name="Google Shape;163;p19">
            <a:extLst>
              <a:ext uri="{FF2B5EF4-FFF2-40B4-BE49-F238E27FC236}">
                <a16:creationId xmlns:a16="http://schemas.microsoft.com/office/drawing/2014/main" id="{823434B2-E737-47C9-BD68-E2E21B55B8AE}"/>
              </a:ext>
            </a:extLst>
          </p:cNvPr>
          <p:cNvSpPr/>
          <p:nvPr/>
        </p:nvSpPr>
        <p:spPr>
          <a:xfrm>
            <a:off x="213630" y="1869440"/>
            <a:ext cx="11764739" cy="327152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164;p19">
            <a:extLst>
              <a:ext uri="{FF2B5EF4-FFF2-40B4-BE49-F238E27FC236}">
                <a16:creationId xmlns:a16="http://schemas.microsoft.com/office/drawing/2014/main" id="{6E5B5CA0-662E-40D0-80CB-71E65E30B775}"/>
              </a:ext>
            </a:extLst>
          </p:cNvPr>
          <p:cNvSpPr txBox="1"/>
          <p:nvPr/>
        </p:nvSpPr>
        <p:spPr>
          <a:xfrm>
            <a:off x="426410" y="2147884"/>
            <a:ext cx="10596609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2 minimum and 4 maximum. </a:t>
            </a: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fee is Rs. 50/- per student. </a:t>
            </a: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cannot change after registration. </a:t>
            </a: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team will get 5–7 minutes for presentation + 2–3 minutes Q&amp;A. </a:t>
            </a: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preferably address real-world problems (social, technical, healthcare, education, sustainability, etc.). </a:t>
            </a: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may use PPT / PDF / Poster.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165;p19">
            <a:extLst>
              <a:ext uri="{FF2B5EF4-FFF2-40B4-BE49-F238E27FC236}">
                <a16:creationId xmlns:a16="http://schemas.microsoft.com/office/drawing/2014/main" id="{140B857B-D348-4502-9C57-1EF6DFC07B4E}"/>
              </a:ext>
            </a:extLst>
          </p:cNvPr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" name="Google Shape;166;p19">
            <a:extLst>
              <a:ext uri="{FF2B5EF4-FFF2-40B4-BE49-F238E27FC236}">
                <a16:creationId xmlns:a16="http://schemas.microsoft.com/office/drawing/2014/main" id="{A3B21BD4-ABCB-4E47-B890-BF9FFF552EF3}"/>
              </a:ext>
            </a:extLst>
          </p:cNvPr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Please ensure below pointers are met while making PPT: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7F242FA6-D6A8-42B6-91F7-30D7C6AF38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76997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Spark@2K26</a:t>
            </a:r>
            <a:endParaRPr sz="1800" b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D2729-FAC7-4DAC-980F-5451D32F1CE4}"/>
              </a:ext>
            </a:extLst>
          </p:cNvPr>
          <p:cNvSpPr txBox="1"/>
          <p:nvPr/>
        </p:nvSpPr>
        <p:spPr>
          <a:xfrm>
            <a:off x="9815578" y="-45140"/>
            <a:ext cx="2628900" cy="1168539"/>
          </a:xfrm>
          <a:prstGeom prst="ellipse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95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Fjalla One</vt:lpstr>
      <vt:lpstr>Noto Sans Symbols</vt:lpstr>
      <vt:lpstr>Oswald</vt:lpstr>
      <vt:lpstr>Times New Roman</vt:lpstr>
      <vt:lpstr>Times New Roman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 Wagire</dc:creator>
  <cp:lastModifiedBy>Shreyas Wagire</cp:lastModifiedBy>
  <cp:revision>7</cp:revision>
  <dcterms:created xsi:type="dcterms:W3CDTF">2026-02-04T16:07:01Z</dcterms:created>
  <dcterms:modified xsi:type="dcterms:W3CDTF">2026-02-04T16:08:34Z</dcterms:modified>
</cp:coreProperties>
</file>